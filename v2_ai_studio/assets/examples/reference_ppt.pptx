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4394-835F-1429-C907-EE1705D4C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79E74D-AA14-E133-C939-FBE621E54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B7745-595A-C368-EF5A-5EB24B0C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55C19-895F-5FF5-EEB2-07192381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C25B7-531A-F1F3-4F4E-438310B6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96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8847-9542-5FD1-60C1-ADFB4829C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76A31-713B-1ADB-D149-7255705EA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077D1-0FEE-B432-73F5-27D53A6D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40265-B0D3-123A-C915-FF4DC3D3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37FFA-8DDD-4067-D934-8D64F50C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16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D15E-8767-716D-FE57-7C8C0FFD8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4CFE2-3D39-EFD3-4C7F-4F0216573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6D274-85E0-C3ED-C4B4-DC03AE05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D9888-76D9-1A70-D803-C71224CC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ADAC9-4922-134B-C362-0D1439805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97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6BFCD-0D0D-F10A-DEDC-3D27B771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18EEC-B1A2-FCA9-3DBF-E9B4B4847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7850B-4324-23EA-EB2B-5D5B29019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D67BE-D38A-EC38-D496-62C51484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12561-0C9E-310A-EB93-BE7CF636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87CA1-49E5-581B-6156-E324C5755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474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CE8B-4C2A-5D47-EA0A-35984EDB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84303-C661-DA9D-8477-141C3A053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A4A5D-BB9B-C03D-64A8-949D4B46E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70F3F-C476-C847-15C7-D1DD8118D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53E8AF-E9F8-A2F7-46EE-F9A3F43F3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51BF4-62A1-4495-B9AB-23F3B2AD5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A4025E-C71E-6078-A8E0-3DBDD446C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4DB26-5D49-7CC0-9DE0-05D13035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583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68E5E-8BB7-BE0F-E0CC-76BA51E7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BC36C-81BC-CE34-C8A3-7AA75A05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7B26-54A6-D7C2-A16B-E12BE6F4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E1FA0-1337-3EDC-C723-E56209CF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35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D33220-A820-90AB-3DB3-6B1797E96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28935-426A-BB36-7C12-021247FC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40309-7966-55E5-2E80-8F8AE787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2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5BD1-7D8F-FE35-9279-B3719317C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39BF4-FDB9-A50D-59C8-FF2446126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DD63E-0226-939A-AF5F-00AC4DEB0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1B255-04AE-1C0C-87A3-188515EB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01810-F2E7-D08B-F268-94BA4505B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A071D-6275-6CA1-0ABA-98F7F533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829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3823-57C4-1659-41D2-CC430A004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CE52C1-349F-C474-BAA4-36C93F3D8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FA2B9-33CC-D95C-1ED0-BC3F5D27D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E7FF2-AC71-B306-E60B-2EB9FA0F5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C2480-AD7A-8B5E-6E32-E2CBA3D94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C4FC2-5B84-9AE1-A62C-7D7DCA09B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1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1008-ED45-ABF0-5C28-851EF3D7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E606A-1F7A-771A-7EF3-9B55AFF24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4EC98-2D64-AA7E-0438-ABDC22F6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7A296-FF06-0678-71D4-295F8CCA0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885F3-358F-5A7D-1A43-394543F4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50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A6A339-7A2D-CB6A-5260-F8B874086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8A129-65A3-F207-ED02-833D0C661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F4333-D9A3-C208-F288-6BC4D68C0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88727-A55D-B3EC-085F-39EF298B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35338-DC53-91F5-C849-1A6FCC86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318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F6FF1-CCB4-56DA-D56C-93B2242D4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611C0-DD1A-78B0-4E91-F7FCDD0BB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693AB-7B0B-862E-02F7-4FBB72EC8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FC18A-8757-4A1C-9433-4C2F4103A6AB}" type="datetimeFigureOut">
              <a:rPr lang="en-GB" smtClean="0"/>
              <a:t>21/12/2025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DAF3C-3779-BCE3-4EBF-80D3B67AE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0AEFC-233D-14CE-509B-9BA655116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4C8B7-044E-4671-8A2B-E488FF0AA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35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0380-1417-5B42-6A82-CD93E8F01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9478" y="543865"/>
            <a:ext cx="9144000" cy="613131"/>
          </a:xfrm>
        </p:spPr>
        <p:txBody>
          <a:bodyPr>
            <a:normAutofit/>
          </a:bodyPr>
          <a:lstStyle/>
          <a:p>
            <a:r>
              <a:rPr lang="en-IN" sz="3600" b="1" dirty="0"/>
              <a:t>Compute &amp; Model Training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22305-BFBB-FC46-9C45-0971FCF85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15616"/>
            <a:ext cx="9144000" cy="3942184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Amazon SageMaker</a:t>
            </a:r>
            <a:endParaRPr lang="en-IN" dirty="0"/>
          </a:p>
          <a:p>
            <a:r>
              <a:rPr lang="en-IN" dirty="0"/>
              <a:t>All-in-one platform for building, training, tuning, deploying, and monitoring ML models at scale. Key components:</a:t>
            </a:r>
          </a:p>
          <a:p>
            <a:r>
              <a:rPr lang="en-IN" b="1" dirty="0"/>
              <a:t>SageMaker Studio</a:t>
            </a:r>
            <a:r>
              <a:rPr lang="en-IN" dirty="0"/>
              <a:t> – IDE for ML.</a:t>
            </a:r>
          </a:p>
          <a:p>
            <a:r>
              <a:rPr lang="en-IN" b="1" dirty="0"/>
              <a:t>SageMaker Training Jobs</a:t>
            </a:r>
            <a:r>
              <a:rPr lang="en-IN" dirty="0"/>
              <a:t> – For distributed training.</a:t>
            </a:r>
          </a:p>
          <a:p>
            <a:r>
              <a:rPr lang="en-IN" b="1" dirty="0"/>
              <a:t>SageMaker Hyperparameter Tuning</a:t>
            </a:r>
            <a:r>
              <a:rPr lang="en-IN" dirty="0"/>
              <a:t>, </a:t>
            </a:r>
            <a:r>
              <a:rPr lang="en-IN" b="1" dirty="0"/>
              <a:t>Pipelines</a:t>
            </a:r>
            <a:r>
              <a:rPr lang="en-IN" dirty="0"/>
              <a:t>, and </a:t>
            </a:r>
            <a:r>
              <a:rPr lang="en-IN" b="1" dirty="0"/>
              <a:t>Clarify</a:t>
            </a:r>
            <a:r>
              <a:rPr lang="en-IN" dirty="0"/>
              <a:t> (bias detection).</a:t>
            </a:r>
          </a:p>
          <a:p>
            <a:r>
              <a:rPr lang="en-IN" b="1" dirty="0"/>
              <a:t>SageMaker Hosting Services</a:t>
            </a:r>
            <a:r>
              <a:rPr lang="en-IN" dirty="0"/>
              <a:t> – For real-time/batch endpoints.</a:t>
            </a:r>
          </a:p>
          <a:p>
            <a:r>
              <a:rPr lang="en-IN" b="1" dirty="0"/>
              <a:t>EC2 (Elastic Compute Cloud)</a:t>
            </a:r>
            <a:endParaRPr lang="en-IN" dirty="0"/>
          </a:p>
          <a:p>
            <a:r>
              <a:rPr lang="en-IN" dirty="0"/>
              <a:t>Offers GPU instances (like p3, g5, inf1) for training/deployment if not using SageMaker.</a:t>
            </a:r>
          </a:p>
          <a:p>
            <a:r>
              <a:rPr lang="en-IN" b="1" dirty="0"/>
              <a:t>AWS Batch / AWS Lambda</a:t>
            </a:r>
            <a:endParaRPr lang="en-IN" dirty="0"/>
          </a:p>
          <a:p>
            <a:r>
              <a:rPr lang="en-IN" dirty="0"/>
              <a:t>For batch inference (Batch) or lightweight, serverless inference (Lambda).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039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FCE0-6EBE-E8BC-771B-8DC2A2DB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Storage &amp; 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FDBB4-D87B-251F-1875-428D4FA81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22032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Amazon S3 (Simple Storage Service)</a:t>
            </a:r>
            <a:endParaRPr lang="en-IN" dirty="0"/>
          </a:p>
          <a:p>
            <a:r>
              <a:rPr lang="en-IN" dirty="0"/>
              <a:t>Core storage for datasets, model artifacts, logs, etc.</a:t>
            </a:r>
          </a:p>
          <a:p>
            <a:r>
              <a:rPr lang="en-IN" b="1" dirty="0"/>
              <a:t>AWS Glue</a:t>
            </a:r>
            <a:endParaRPr lang="en-IN" dirty="0"/>
          </a:p>
          <a:p>
            <a:r>
              <a:rPr lang="en-IN" dirty="0"/>
              <a:t>ETL service to prepare and transform structured/unstructured data.</a:t>
            </a:r>
          </a:p>
          <a:p>
            <a:r>
              <a:rPr lang="en-IN" b="1" dirty="0"/>
              <a:t>Amazon Redshift / Athena / RDS</a:t>
            </a:r>
            <a:endParaRPr lang="en-IN" dirty="0"/>
          </a:p>
          <a:p>
            <a:r>
              <a:rPr lang="en-IN" dirty="0"/>
              <a:t>For storing and querying structured data used in ML training.</a:t>
            </a:r>
          </a:p>
          <a:p>
            <a:r>
              <a:rPr lang="en-IN" b="1" dirty="0"/>
              <a:t>Amazon Kinesis / AWS IoT Core</a:t>
            </a:r>
            <a:endParaRPr lang="en-IN" dirty="0"/>
          </a:p>
          <a:p>
            <a:r>
              <a:rPr lang="en-IN" dirty="0"/>
              <a:t>For real-time data streaming into ML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851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 Next LT Pro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32807FAB-8CCF-4A4E-825F-50F1C53E5A1C}" vid="{593613FF-1087-485A-9676-0AD2550055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</TotalTime>
  <Words>176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Avenir Next LT Pro</vt:lpstr>
      <vt:lpstr>Office Theme</vt:lpstr>
      <vt:lpstr>Compute &amp; Model Training</vt:lpstr>
      <vt:lpstr>Data Storage &amp; Processing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Jatin Sehrawat</dc:creator>
  <cp:lastModifiedBy>Jatin Sehrawat</cp:lastModifiedBy>
  <cp:revision>1</cp:revision>
  <dcterms:created xsi:type="dcterms:W3CDTF">2025-12-20T21:05:24Z</dcterms:created>
  <dcterms:modified xsi:type="dcterms:W3CDTF">2025-12-20T21:07:24Z</dcterms:modified>
</cp:coreProperties>
</file>